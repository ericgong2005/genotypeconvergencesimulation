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34"/>
    <p:restoredTop sz="94638"/>
  </p:normalViewPr>
  <p:slideViewPr>
    <p:cSldViewPr snapToGrid="0">
      <p:cViewPr varScale="1">
        <p:scale>
          <a:sx n="95" d="100"/>
          <a:sy n="95" d="100"/>
        </p:scale>
        <p:origin x="200" y="5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E8F46A-6B2B-BCF2-C02F-CEF72BF05D0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CB8500-E41A-A006-1850-283C790575D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2D2E01-4F37-73C7-BA31-E58E9BC326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5DAEC7-85FA-0245-A5EE-C6E730632790}" type="datetimeFigureOut">
              <a:rPr lang="en-US" smtClean="0"/>
              <a:t>4/21/26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7B0CED-5DD6-988C-D29D-F8BB095AA5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20AF3E-E662-12BB-9C38-7CD4428A47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95810B-CDD3-0942-90D5-BAB1D708BD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28719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31FB3A-04E7-F228-72F9-FB0C4503EB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84BB21-980F-C743-8CFB-0E4DA64BAC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5AB3B5-5BCE-8B53-DE8F-5884B95B6B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5DAEC7-85FA-0245-A5EE-C6E730632790}" type="datetimeFigureOut">
              <a:rPr lang="en-US" smtClean="0"/>
              <a:t>4/21/26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0976C3-9C8B-8F8C-F631-28DD446277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4E60D5-3710-C2E5-8720-2EEBD9A275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95810B-CDD3-0942-90D5-BAB1D708BD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69966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C76C66-4D9A-0C07-24D5-522C2BF046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9D78835-5E0C-11D5-EFA8-8736FAAA31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5FF951-14CB-1A53-8AE4-8D917389AA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5DAEC7-85FA-0245-A5EE-C6E730632790}" type="datetimeFigureOut">
              <a:rPr lang="en-US" smtClean="0"/>
              <a:t>4/21/26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C7DA54-C732-74EF-0365-B26406BC91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89E94D-4C18-2F9A-9590-395952BDF6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95810B-CDD3-0942-90D5-BAB1D708BD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77936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2C164F-992C-15DC-7222-540C3BD0AB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245539-CD8B-AAD6-4216-D4019AD7A8B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1B7C486-F052-CC35-2156-389E69A40BC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B25273D-24CD-413F-BDB9-FB8FC73AB1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5DAEC7-85FA-0245-A5EE-C6E730632790}" type="datetimeFigureOut">
              <a:rPr lang="en-US" smtClean="0"/>
              <a:t>4/21/26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463CCBE-DE4E-657D-D260-D07657C6D5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CE971AD-702D-1980-B43E-319CD53CE0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95810B-CDD3-0942-90D5-BAB1D708BD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19265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C1776C-C15C-BA65-B30A-F3AF41BB53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BA1DB50-B31C-FABB-DCC0-DA025AB151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0154558-E20A-ACE2-7D6C-12BAF52F53E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0561205-D3FA-4D6A-8EA5-A2250CEDBEA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E614719-0E99-03B3-DA3D-379120BF956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60A7913-510D-5361-14D6-ABA269BAA8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5DAEC7-85FA-0245-A5EE-C6E730632790}" type="datetimeFigureOut">
              <a:rPr lang="en-US" smtClean="0"/>
              <a:t>4/21/26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A9DF178-53EE-2ED3-1810-44BC6F68F9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B222AF6-125E-184E-8BA4-57B9EB4C62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95810B-CDD3-0942-90D5-BAB1D708BD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30220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B68BB0-ED06-9755-0A42-1B598D7F01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C26E424-B3BB-83E2-D1BA-88067AD691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5DAEC7-85FA-0245-A5EE-C6E730632790}" type="datetimeFigureOut">
              <a:rPr lang="en-US" smtClean="0"/>
              <a:t>4/21/26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1AAD6DB-3CFD-3CA6-B469-B82DF7CEDB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3DFD7FC-729C-3F99-FC91-7D0C2D193C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95810B-CDD3-0942-90D5-BAB1D708BD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68721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6E1C89E-BC6C-8B37-F366-CBAF0E18EA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5DAEC7-85FA-0245-A5EE-C6E730632790}" type="datetimeFigureOut">
              <a:rPr lang="en-US" smtClean="0"/>
              <a:t>4/21/26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A481886-43AB-DEE3-D2BF-C2B8CE4138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109018-71A8-F02A-F937-8B0CFEA6BB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95810B-CDD3-0942-90D5-BAB1D708BD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27480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C59C8-7037-5E54-FB22-48A3E7620B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2242C0-2C44-E086-7422-B84088DF44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A529CC7-13A9-3859-EB7D-6B52E6F2EAC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433377E-E9B9-5DFA-E7B8-5B871AAEA4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5DAEC7-85FA-0245-A5EE-C6E730632790}" type="datetimeFigureOut">
              <a:rPr lang="en-US" smtClean="0"/>
              <a:t>4/21/26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3683E9E-7770-1C12-D27C-C44BACEA19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8CE6941-15E8-0FD7-2E77-B10B087347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95810B-CDD3-0942-90D5-BAB1D708BD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34351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876DE8-73C3-5DAC-B0E0-5D26159AE0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B88C3F3-7221-0D9F-2B25-C896965254D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961754F-C831-90ED-CD90-0B8C1D82A86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D68221E-4EF2-FEDB-0B84-2BEF2CDEEA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5DAEC7-85FA-0245-A5EE-C6E730632790}" type="datetimeFigureOut">
              <a:rPr lang="en-US" smtClean="0"/>
              <a:t>4/21/26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BD634F8-0B1B-771E-2B4E-D083312355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D8335FE-2A99-1839-2EC7-252653A36E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95810B-CDD3-0942-90D5-BAB1D708BD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90625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2FFA45-9D83-0BBF-4F6B-6C2637BA34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A8D436C-F1BC-2584-DEFE-CC31F0559F9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BA66963-E656-28E3-5DEC-0555F773B6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5DAEC7-85FA-0245-A5EE-C6E730632790}" type="datetimeFigureOut">
              <a:rPr lang="en-US" smtClean="0"/>
              <a:t>4/21/26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B3FEB6B-ABF8-BC4D-0E9B-C04F90FEF0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AE72BB-2063-B237-4353-0B4C00B436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95810B-CDD3-0942-90D5-BAB1D708BD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921066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B5AF452-37AA-6A43-5BF8-3C826D88A9A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3D086E5-2054-E00B-C5F1-C497B435234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CF303F-4EA5-6459-4839-CE8B8D4979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5DAEC7-85FA-0245-A5EE-C6E730632790}" type="datetimeFigureOut">
              <a:rPr lang="en-US" smtClean="0"/>
              <a:t>4/21/26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62EBDF-9A1A-3527-76B5-5ADDDA9B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0D614C-A398-EBF3-5CCB-8F513CFB6E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95810B-CDD3-0942-90D5-BAB1D708BD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92692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69F838F-CEE2-2261-E57B-FE6B0BD117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C9A6A68-93AA-4E7F-DD11-3505E65969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46290BB-14D8-D7E0-BFE5-0C625680E65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F5DAEC7-85FA-0245-A5EE-C6E730632790}" type="datetimeFigureOut">
              <a:rPr lang="en-US" smtClean="0"/>
              <a:t>4/21/26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ED9B4F-0948-E472-3A00-BE65D104368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6CA1CE-3F24-439B-27E4-AFDA6A54CE8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E95810B-CDD3-0942-90D5-BAB1D708BD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61172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27E070-03F4-F96F-A00E-840D56F8A06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58B6905-5B03-8FFA-2293-CC3ECAC2B04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65241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Gong, Eric</dc:creator>
  <cp:lastModifiedBy>Gong, Eric</cp:lastModifiedBy>
  <cp:revision>1</cp:revision>
  <dcterms:created xsi:type="dcterms:W3CDTF">2026-04-21T04:36:08Z</dcterms:created>
  <dcterms:modified xsi:type="dcterms:W3CDTF">2026-04-21T04:36:22Z</dcterms:modified>
</cp:coreProperties>
</file>